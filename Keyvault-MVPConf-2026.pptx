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7" r:id="rId3"/>
    <p:sldId id="261" r:id="rId4"/>
    <p:sldId id="259" r:id="rId5"/>
    <p:sldId id="257" r:id="rId6"/>
    <p:sldId id="268" r:id="rId7"/>
    <p:sldId id="263" r:id="rId8"/>
    <p:sldId id="265" r:id="rId9"/>
    <p:sldId id="266" r:id="rId10"/>
  </p:sldIdLst>
  <p:sldSz cx="18288000" cy="10287000"/>
  <p:notesSz cx="10287000" cy="18288000"/>
  <p:embeddedFontLst>
    <p:embeddedFont>
      <p:font typeface="Maven Pro Black" panose="020B0604020202020204" charset="0"/>
      <p:bold r:id="rId12"/>
    </p:embeddedFont>
    <p:embeddedFont>
      <p:font typeface="Maven Pro Bold" panose="020B0604020202020204" charset="0"/>
      <p:bold r:id="rId13"/>
      <p:italic r:id="rId14"/>
      <p:boldItalic r:id="rId15"/>
    </p:embeddedFont>
    <p:embeddedFont>
      <p:font typeface="Maven Pro ExtraBold" panose="020B0604020202020204" charset="0"/>
      <p:bold r:id="rId16"/>
    </p:embeddedFont>
    <p:embeddedFont>
      <p:font typeface="Maven Pro Medium" panose="020B0604020202020204" charset="0"/>
      <p:regular r:id="rId17"/>
    </p:embeddedFont>
    <p:embeddedFont>
      <p:font typeface="Maven Pro Regular" panose="020B0604020202020204" charset="0"/>
      <p:regular r:id="rId18"/>
      <p:bold r:id="rId19"/>
      <p:italic r:id="rId20"/>
    </p:embeddedFont>
    <p:embeddedFont>
      <p:font typeface="Maven Pro SemiBold" panose="020B0604020202020204" charset="0"/>
      <p:regular r:id="rId21"/>
      <p:bold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CFD"/>
    <a:srgbClr val="A42FFC"/>
    <a:srgbClr val="3644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2F7851-59CD-6743-8960-07CEA76D87C6}" v="23" dt="2026-08-25T23:37:22.1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13"/>
    <p:restoredTop sz="94610"/>
  </p:normalViewPr>
  <p:slideViewPr>
    <p:cSldViewPr snapToGrid="0" snapToObjects="1">
      <p:cViewPr varScale="1">
        <p:scale>
          <a:sx n="32" d="100"/>
          <a:sy n="32" d="100"/>
        </p:scale>
        <p:origin x="43" y="8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0226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A9FDD-61DB-4E70-6DE7-05012623F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963C8E-C6BC-993C-DC2A-E07E3D472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9D28E3-1625-1088-A05F-A6C3CBE48E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B2257-F445-C699-B6C4-300979CBE1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3030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8CCCD-C088-0576-3887-2AD8418DF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056E9-823A-149A-4A95-63DB667BC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28EA53-1984-36C3-E14E-D01D1D62ED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5C3BF-9374-2E83-D4FE-571017DBCF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6526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B8384-F36C-B159-1183-FEDBE4560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E2730-DF9E-4DEA-1B19-196CDE233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4812AC-1664-9AE2-9359-F34549030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84938B-988C-352B-3FB1-EA2B792FAC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03154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50DEA-E846-6D1B-628A-BEB1876B1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65F356-F915-0541-55D3-FA117015A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CC2A50-EC5C-37DF-9086-4F675051A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0FB109-8A15-1C0F-9D08-051C5D3AAD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630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https://experience.mvpconf.com.br/patrocinadores/patrocinadores.png" TargetMode="Externa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7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3.pn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7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3.png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3.png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yer_1" descr="preencoded.png">
            <a:extLst>
              <a:ext uri="{FF2B5EF4-FFF2-40B4-BE49-F238E27FC236}">
                <a16:creationId xmlns:a16="http://schemas.microsoft.com/office/drawing/2014/main" id="{AC0E9B5B-EDEE-53B1-7564-8E840A360D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3648"/>
          <a:stretch>
            <a:fillRect/>
          </a:stretch>
        </p:blipFill>
        <p:spPr>
          <a:xfrm>
            <a:off x="8602227" y="0"/>
            <a:ext cx="9685773" cy="10287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D9D0CCDF-D0E3-A93B-8759-44BAE678CDF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66825" y="1540218"/>
            <a:ext cx="3438525" cy="650531"/>
          </a:xfrm>
          <a:prstGeom prst="rect">
            <a:avLst/>
          </a:prstGeom>
        </p:spPr>
      </p:pic>
      <p:pic>
        <p:nvPicPr>
          <p:cNvPr id="5" name="Frame 1" descr="preencoded.png"/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A42FFC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5248275" y="1543050"/>
            <a:ext cx="1933575" cy="647700"/>
          </a:xfrm>
          <a:prstGeom prst="rect">
            <a:avLst/>
          </a:prstGeom>
        </p:spPr>
      </p:pic>
      <p:sp>
        <p:nvSpPr>
          <p:cNvPr id="6" name="Tecnologia com propsito pessoas em movimento"/>
          <p:cNvSpPr/>
          <p:nvPr/>
        </p:nvSpPr>
        <p:spPr>
          <a:xfrm>
            <a:off x="1266825" y="3361572"/>
            <a:ext cx="11517844" cy="3457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pt-BR" sz="4800" b="1" noProof="0" dirty="0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Gerenciamento de configurações 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pt-BR" sz="4800" b="1" noProof="0" dirty="0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sensíveis com Azure Key </a:t>
            </a:r>
            <a:r>
              <a:rPr lang="pt-BR" sz="4800" b="1" noProof="0" dirty="0" err="1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Vault</a:t>
            </a:r>
            <a:endParaRPr lang="pt-BR" sz="4800" b="1" noProof="0" dirty="0">
              <a:solidFill>
                <a:srgbClr val="008CFD"/>
              </a:solidFill>
              <a:latin typeface="Maven Pro Black" pitchFamily="2" charset="77"/>
              <a:ea typeface="Maven Pro Regular" pitchFamily="34" charset="-122"/>
              <a:cs typeface="Maven Pro Regular" pitchFamily="34" charset="-120"/>
            </a:endParaRPr>
          </a:p>
        </p:txBody>
      </p:sp>
      <p:sp>
        <p:nvSpPr>
          <p:cNvPr id="8" name="Edio 2025"/>
          <p:cNvSpPr/>
          <p:nvPr/>
        </p:nvSpPr>
        <p:spPr>
          <a:xfrm>
            <a:off x="5592273" y="1590675"/>
            <a:ext cx="124557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008CFD"/>
                </a:solidFill>
                <a:latin typeface="Maven Pro Black" pitchFamily="2" charset="77"/>
                <a:ea typeface="Maven Pro Medium" pitchFamily="34" charset="-122"/>
                <a:cs typeface="Maven Pro Medium" pitchFamily="34" charset="-120"/>
              </a:rPr>
              <a:t>2026</a:t>
            </a:r>
            <a:endParaRPr lang="en-US" sz="2800" b="1" dirty="0">
              <a:solidFill>
                <a:srgbClr val="008CFD"/>
              </a:solidFill>
              <a:latin typeface="Maven Pro Black" pitchFamily="2" charset="77"/>
            </a:endParaRPr>
          </a:p>
        </p:txBody>
      </p:sp>
      <p:sp>
        <p:nvSpPr>
          <p:cNvPr id="9" name="contatomvpconfcombr"/>
          <p:cNvSpPr/>
          <p:nvPr/>
        </p:nvSpPr>
        <p:spPr>
          <a:xfrm>
            <a:off x="1266825" y="5938699"/>
            <a:ext cx="4721020" cy="176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606" b="1" dirty="0">
                <a:latin typeface="Maven Pro Regular" pitchFamily="34" charset="0"/>
                <a:cs typeface="Maven Pro Regular" pitchFamily="34" charset="-120"/>
              </a:rPr>
              <a:t>Joao Paulo Moreira Antunes</a:t>
            </a:r>
          </a:p>
          <a:p>
            <a:pPr marL="0" indent="0" algn="l">
              <a:lnSpc>
                <a:spcPct val="125000"/>
              </a:lnSpc>
              <a:buNone/>
            </a:pPr>
            <a:endParaRPr lang="en-US" sz="2606" b="1" dirty="0">
              <a:latin typeface="Maven Pro Regular" pitchFamily="34" charset="0"/>
              <a:cs typeface="Maven Pro Regular" pitchFamily="34" charset="-120"/>
            </a:endParaRPr>
          </a:p>
          <a:p>
            <a:r>
              <a:rPr lang="pt-BR" sz="2606" b="1" dirty="0">
                <a:latin typeface="Maven Pro Regular" pitchFamily="34" charset="0"/>
                <a:cs typeface="Maven Pro Regular" pitchFamily="34" charset="-120"/>
              </a:rPr>
              <a:t>Engenheiro de Software</a:t>
            </a:r>
          </a:p>
          <a:p>
            <a:r>
              <a:rPr lang="pt-BR" sz="2606" b="1" dirty="0">
                <a:latin typeface="Maven Pro Regular" pitchFamily="34" charset="0"/>
                <a:cs typeface="Maven Pro Regular" pitchFamily="34" charset="-120"/>
              </a:rPr>
              <a:t>Paraná Banco S/A</a:t>
            </a:r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258DE960-FC0A-771A-B4D6-2432D70C25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93383" y="2241233"/>
            <a:ext cx="9921512" cy="7940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B89790-66CB-1C69-D845-44C8F48A7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916BCADB-6B58-B706-96D4-1428A9B82B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8577" y="732972"/>
            <a:ext cx="2432771" cy="460254"/>
          </a:xfrm>
          <a:prstGeom prst="rect">
            <a:avLst/>
          </a:prstGeom>
        </p:spPr>
      </p:pic>
      <p:sp>
        <p:nvSpPr>
          <p:cNvPr id="8" name="wwwmvpconfcombr">
            <a:extLst>
              <a:ext uri="{FF2B5EF4-FFF2-40B4-BE49-F238E27FC236}">
                <a16:creationId xmlns:a16="http://schemas.microsoft.com/office/drawing/2014/main" id="{5219689D-32D4-2514-A99E-1CE61F1D70EF}"/>
              </a:ext>
            </a:extLst>
          </p:cNvPr>
          <p:cNvSpPr/>
          <p:nvPr/>
        </p:nvSpPr>
        <p:spPr>
          <a:xfrm>
            <a:off x="15019867" y="9182100"/>
            <a:ext cx="25347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64459">
                    <a:alpha val="60000"/>
                  </a:srgbClr>
                </a:solidFill>
                <a:effectLst/>
                <a:uLnTx/>
                <a:uFillTx/>
                <a:latin typeface="Maven Pro Regular" pitchFamily="34" charset="0"/>
                <a:ea typeface="Maven Pro Regular" pitchFamily="34" charset="-122"/>
                <a:cs typeface="Maven Pro Regular" pitchFamily="34" charset="-120"/>
              </a:rPr>
              <a:t>www.mvpconf.com.br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Pessoas em Primeiro Lugar">
            <a:extLst>
              <a:ext uri="{FF2B5EF4-FFF2-40B4-BE49-F238E27FC236}">
                <a16:creationId xmlns:a16="http://schemas.microsoft.com/office/drawing/2014/main" id="{E71CF8BE-6CA3-C07F-6F81-3CB3EC963B29}"/>
              </a:ext>
            </a:extLst>
          </p:cNvPr>
          <p:cNvSpPr/>
          <p:nvPr/>
        </p:nvSpPr>
        <p:spPr>
          <a:xfrm>
            <a:off x="4320564" y="511901"/>
            <a:ext cx="10763207" cy="1493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95833"/>
              </a:lnSpc>
              <a:spcBef>
                <a:spcPts val="0"/>
              </a:spcBef>
              <a:spcAft>
                <a:spcPts val="8023"/>
              </a:spcAft>
              <a:buClrTx/>
              <a:buSzTx/>
              <a:buFontTx/>
              <a:buNone/>
              <a:tabLst/>
              <a:defRPr/>
            </a:pPr>
            <a:r>
              <a:rPr lang="en-US" sz="6600" b="1" dirty="0" err="1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Nossos</a:t>
            </a:r>
            <a:r>
              <a:rPr kumimoji="0" 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008CFD"/>
                </a:solidFill>
                <a:effectLst/>
                <a:uLnTx/>
                <a:uFillTx/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 </a:t>
            </a:r>
            <a:r>
              <a:rPr kumimoji="0" lang="en-US" sz="6600" b="1" i="0" u="none" strike="noStrike" kern="1200" cap="none" spc="0" normalizeH="0" baseline="0" noProof="0" dirty="0" err="1">
                <a:ln>
                  <a:noFill/>
                </a:ln>
                <a:solidFill>
                  <a:srgbClr val="008CFD"/>
                </a:solidFill>
                <a:effectLst/>
                <a:uLnTx/>
                <a:uFillTx/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Patrocinadores</a:t>
            </a:r>
            <a:endParaRPr kumimoji="0" lang="en-US" sz="6600" b="1" i="0" u="none" strike="noStrike" kern="1200" cap="none" spc="0" normalizeH="0" baseline="0" noProof="0" dirty="0">
              <a:ln>
                <a:noFill/>
              </a:ln>
              <a:solidFill>
                <a:srgbClr val="008CFD"/>
              </a:solidFill>
              <a:effectLst/>
              <a:uLnTx/>
              <a:uFillTx/>
              <a:latin typeface="Maven Pro Black" pitchFamily="2" charset="77"/>
              <a:ea typeface="+mn-ea"/>
              <a:cs typeface="+mn-cs"/>
            </a:endParaRPr>
          </a:p>
        </p:txBody>
      </p:sp>
      <p:sp>
        <p:nvSpPr>
          <p:cNvPr id="11" name="Tecnologia  o meio Pessoas so o fim">
            <a:extLst>
              <a:ext uri="{FF2B5EF4-FFF2-40B4-BE49-F238E27FC236}">
                <a16:creationId xmlns:a16="http://schemas.microsoft.com/office/drawing/2014/main" id="{8B0F5D27-72DF-1565-C3BC-78A909E4F801}"/>
              </a:ext>
            </a:extLst>
          </p:cNvPr>
          <p:cNvSpPr/>
          <p:nvPr/>
        </p:nvSpPr>
        <p:spPr>
          <a:xfrm>
            <a:off x="6010275" y="8714664"/>
            <a:ext cx="62674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2355"/>
              </a:spcAft>
              <a:buClrTx/>
              <a:buSzTx/>
              <a:buFontTx/>
              <a:buNone/>
              <a:tabLst/>
              <a:defRPr/>
            </a:pPr>
            <a:endParaRPr kumimoji="0" lang="en-US" sz="2552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ven Pro Medium" pitchFamily="2" charset="77"/>
              <a:ea typeface="+mn-ea"/>
              <a:cs typeface="+mn-cs"/>
            </a:endParaRPr>
          </a:p>
        </p:txBody>
      </p:sp>
      <p:sp>
        <p:nvSpPr>
          <p:cNvPr id="12" name="Terminador 11">
            <a:extLst>
              <a:ext uri="{FF2B5EF4-FFF2-40B4-BE49-F238E27FC236}">
                <a16:creationId xmlns:a16="http://schemas.microsoft.com/office/drawing/2014/main" id="{FF1414C9-2822-4294-76B9-A94612D9EADC}"/>
              </a:ext>
            </a:extLst>
          </p:cNvPr>
          <p:cNvSpPr/>
          <p:nvPr/>
        </p:nvSpPr>
        <p:spPr>
          <a:xfrm>
            <a:off x="15404772" y="603816"/>
            <a:ext cx="2296107" cy="718566"/>
          </a:xfrm>
          <a:prstGeom prst="flowChartTerminator">
            <a:avLst/>
          </a:prstGeom>
          <a:solidFill>
            <a:srgbClr val="008CFD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ven Pro ExtraBold" pitchFamily="2" charset="77"/>
                <a:ea typeface="+mn-ea"/>
                <a:cs typeface="+mn-cs"/>
              </a:rPr>
              <a:t>2026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CA3A80F-7EA4-986A-FD36-CB89CCB23FA9}"/>
              </a:ext>
            </a:extLst>
          </p:cNvPr>
          <p:cNvPicPr>
            <a:picLocks noChangeAspect="1"/>
          </p:cNvPicPr>
          <p:nvPr/>
        </p:nvPicPr>
        <p:blipFill>
          <a:blip r:embed="rId4" r:link="rId5"/>
          <a:stretch>
            <a:fillRect/>
          </a:stretch>
        </p:blipFill>
        <p:spPr>
          <a:xfrm>
            <a:off x="2424095" y="1622207"/>
            <a:ext cx="13439810" cy="7559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943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16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ctangle 6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sp>
        <p:nvSpPr>
          <p:cNvPr id="10" name="wwwmvpconfcombr"/>
          <p:cNvSpPr/>
          <p:nvPr/>
        </p:nvSpPr>
        <p:spPr>
          <a:xfrm>
            <a:off x="15019867" y="9182100"/>
            <a:ext cx="25347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FFFFFF">
                    <a:alpha val="60000"/>
                  </a:srgbClr>
                </a:solidFill>
                <a:latin typeface="Maven Pro Regular" pitchFamily="34" charset="0"/>
                <a:ea typeface="Maven Pro Regular" pitchFamily="34" charset="-122"/>
                <a:cs typeface="Maven Pro Regular" pitchFamily="34" charset="-120"/>
              </a:rPr>
              <a:t>www.mvpconf.com.br</a:t>
            </a:r>
            <a:endParaRPr lang="en-US" sz="1800" dirty="0"/>
          </a:p>
        </p:txBody>
      </p:sp>
      <p:sp>
        <p:nvSpPr>
          <p:cNvPr id="12" name="Como apoiamos ONGs"/>
          <p:cNvSpPr/>
          <p:nvPr/>
        </p:nvSpPr>
        <p:spPr>
          <a:xfrm>
            <a:off x="1007008" y="1710219"/>
            <a:ext cx="10146630" cy="3845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1667"/>
              </a:lnSpc>
              <a:spcAft>
                <a:spcPts val="20107"/>
              </a:spcAft>
              <a:buNone/>
            </a:pPr>
            <a:r>
              <a:rPr lang="en-US" sz="7200" b="1" dirty="0">
                <a:solidFill>
                  <a:srgbClr val="FFFFFF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João Antunes</a:t>
            </a:r>
          </a:p>
        </p:txBody>
      </p:sp>
      <p:sp>
        <p:nvSpPr>
          <p:cNvPr id="14" name="Selecionamos organizaes srias alinhadas com nossos valores e oferecemos mais do que apoio financeiro entregamos visibilidade conexes e oportunidades"/>
          <p:cNvSpPr/>
          <p:nvPr/>
        </p:nvSpPr>
        <p:spPr>
          <a:xfrm>
            <a:off x="7868653" y="2057400"/>
            <a:ext cx="918410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Tecnólogo em Rede de Computadores pela </a:t>
            </a:r>
            <a:r>
              <a:rPr lang="pt-BR" sz="2400" b="1" dirty="0" err="1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UniSantaCruz</a:t>
            </a:r>
            <a:endParaRPr lang="pt-BR" sz="2400" b="1" dirty="0">
              <a:solidFill>
                <a:srgbClr val="FFFFFF"/>
              </a:solidFill>
              <a:latin typeface="Maven Pro Bold" pitchFamily="34" charset="0"/>
              <a:ea typeface="Maven Pro Bold" pitchFamily="34" charset="-122"/>
              <a:cs typeface="Maven Pro Bold" pitchFamily="34" charset="-120"/>
            </a:endParaRP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Engenheiro da Computação pela Universidade Positivo</a:t>
            </a: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7 anos de Paraná Banco</a:t>
            </a: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Moro em Curitiba desde 2008</a:t>
            </a: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Engenheiro de Software</a:t>
            </a: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Pós graduado em Engenharia de Software pela Universidade Positivo</a:t>
            </a: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Pós graduado em Arquitetura de Software pela </a:t>
            </a:r>
            <a:r>
              <a:rPr lang="pt-BR" sz="2400" b="1" dirty="0" err="1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XPe</a:t>
            </a:r>
            <a:endParaRPr lang="pt-BR" sz="2400" b="1" dirty="0">
              <a:solidFill>
                <a:srgbClr val="FFFFFF"/>
              </a:solidFill>
              <a:latin typeface="Maven Pro Bold" pitchFamily="34" charset="0"/>
              <a:ea typeface="Maven Pro Bold" pitchFamily="34" charset="-122"/>
              <a:cs typeface="Maven Pro Bold" pitchFamily="34" charset="-120"/>
            </a:endParaRP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Certificados 483C#, AZ-900, DP-900, AZ-204 e SC-900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948DEF3-2628-9532-A9FF-8B02C51B3C5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9602" y="587496"/>
            <a:ext cx="2432771" cy="460254"/>
          </a:xfrm>
          <a:prstGeom prst="rect">
            <a:avLst/>
          </a:prstGeom>
        </p:spPr>
      </p:pic>
      <p:sp>
        <p:nvSpPr>
          <p:cNvPr id="7" name="Terminador 6">
            <a:extLst>
              <a:ext uri="{FF2B5EF4-FFF2-40B4-BE49-F238E27FC236}">
                <a16:creationId xmlns:a16="http://schemas.microsoft.com/office/drawing/2014/main" id="{31F77785-F136-2144-96B5-086212E5DAE5}"/>
              </a:ext>
            </a:extLst>
          </p:cNvPr>
          <p:cNvSpPr/>
          <p:nvPr/>
        </p:nvSpPr>
        <p:spPr>
          <a:xfrm>
            <a:off x="15391818" y="610740"/>
            <a:ext cx="2296107" cy="71856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rgbClr val="008CFD"/>
                </a:solidFill>
                <a:latin typeface="Maven Pro ExtraBold" pitchFamily="2" charset="77"/>
              </a:rPr>
              <a:t>2026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DF00157-5E46-182F-443B-7D9B05FC9D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457" y="2996045"/>
            <a:ext cx="4944457" cy="36289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6611F980-4920-46E0-193D-01D000A6F0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2002" y="758946"/>
            <a:ext cx="2432771" cy="460254"/>
          </a:xfrm>
          <a:prstGeom prst="rect">
            <a:avLst/>
          </a:prstGeom>
        </p:spPr>
      </p:pic>
      <p:sp>
        <p:nvSpPr>
          <p:cNvPr id="8" name="wwwmvpconfcombr"/>
          <p:cNvSpPr/>
          <p:nvPr/>
        </p:nvSpPr>
        <p:spPr>
          <a:xfrm>
            <a:off x="15019867" y="9182100"/>
            <a:ext cx="25347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364459">
                    <a:alpha val="60000"/>
                  </a:srgbClr>
                </a:solidFill>
                <a:latin typeface="Maven Pro Regular" pitchFamily="34" charset="0"/>
                <a:ea typeface="Maven Pro Regular" pitchFamily="34" charset="-122"/>
                <a:cs typeface="Maven Pro Regular" pitchFamily="34" charset="-120"/>
              </a:rPr>
              <a:t>www.mvpconf.com.br</a:t>
            </a:r>
            <a:endParaRPr lang="en-US" sz="1800" dirty="0"/>
          </a:p>
        </p:txBody>
      </p:sp>
      <p:sp>
        <p:nvSpPr>
          <p:cNvPr id="16" name="Terminador 15">
            <a:extLst>
              <a:ext uri="{FF2B5EF4-FFF2-40B4-BE49-F238E27FC236}">
                <a16:creationId xmlns:a16="http://schemas.microsoft.com/office/drawing/2014/main" id="{F6278BE9-20E6-1C26-67D5-71FBBA8F47EE}"/>
              </a:ext>
            </a:extLst>
          </p:cNvPr>
          <p:cNvSpPr/>
          <p:nvPr/>
        </p:nvSpPr>
        <p:spPr>
          <a:xfrm>
            <a:off x="15404772" y="603816"/>
            <a:ext cx="2296107" cy="718566"/>
          </a:xfrm>
          <a:prstGeom prst="flowChartTerminator">
            <a:avLst/>
          </a:prstGeom>
          <a:solidFill>
            <a:srgbClr val="008CFD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chemeClr val="bg1"/>
                </a:solidFill>
                <a:latin typeface="Maven Pro ExtraBold" pitchFamily="2" charset="77"/>
              </a:rPr>
              <a:t>2026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E6767ADF-7A34-379D-A658-1AE01FE72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813" y="2037917"/>
            <a:ext cx="4048690" cy="3105583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358F88A5-52B0-3752-B303-E2E8BDFC72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6398" y="2054390"/>
            <a:ext cx="4048690" cy="4108781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7F8A0014-109C-E682-DE46-74796E948A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6398" y="6489152"/>
            <a:ext cx="5522906" cy="30358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8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ctangle 6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62CA1096-7333-6B0B-152C-CC0F3A52A17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9602" y="587496"/>
            <a:ext cx="2432771" cy="460254"/>
          </a:xfrm>
          <a:prstGeom prst="rect">
            <a:avLst/>
          </a:prstGeom>
        </p:spPr>
      </p:pic>
      <p:pic>
        <p:nvPicPr>
          <p:cNvPr id="2" name="Rectangle 7" descr="preencoded.png"/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008CFD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14144625" y="0"/>
            <a:ext cx="4143375" cy="10287000"/>
          </a:xfrm>
          <a:prstGeom prst="rect">
            <a:avLst/>
          </a:prstGeom>
        </p:spPr>
      </p:pic>
      <p:pic>
        <p:nvPicPr>
          <p:cNvPr id="3" name="Rectangl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01250" y="0"/>
            <a:ext cx="4143375" cy="10287000"/>
          </a:xfrm>
          <a:prstGeom prst="rect">
            <a:avLst/>
          </a:prstGeom>
          <a:ln>
            <a:solidFill>
              <a:srgbClr val="008CFD"/>
            </a:solidFill>
          </a:ln>
        </p:spPr>
      </p:pic>
      <p:sp>
        <p:nvSpPr>
          <p:cNvPr id="10" name="wwwmvpconfcombr"/>
          <p:cNvSpPr/>
          <p:nvPr/>
        </p:nvSpPr>
        <p:spPr>
          <a:xfrm>
            <a:off x="14867467" y="9182100"/>
            <a:ext cx="26871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>
                    <a:alpha val="60000"/>
                  </a:srgbClr>
                </a:solidFill>
                <a:latin typeface="Maven Pro SemiBold" pitchFamily="2" charset="77"/>
                <a:ea typeface="Inter" panose="02000503000000020004" pitchFamily="2" charset="0"/>
                <a:cs typeface="Maven Pro Regular" pitchFamily="34" charset="-120"/>
              </a:rPr>
              <a:t>www.mvpconf.com.br</a:t>
            </a:r>
            <a:endParaRPr lang="en-US" sz="1800" b="1" dirty="0">
              <a:latin typeface="Maven Pro SemiBold" pitchFamily="2" charset="77"/>
              <a:ea typeface="Inter" panose="02000503000000020004" pitchFamily="2" charset="0"/>
            </a:endParaRPr>
          </a:p>
        </p:txBody>
      </p:sp>
      <p:sp>
        <p:nvSpPr>
          <p:cNvPr id="15" name="Terminador 14">
            <a:extLst>
              <a:ext uri="{FF2B5EF4-FFF2-40B4-BE49-F238E27FC236}">
                <a16:creationId xmlns:a16="http://schemas.microsoft.com/office/drawing/2014/main" id="{635BC9D7-C259-D260-9FFB-D86DB2009CB8}"/>
              </a:ext>
            </a:extLst>
          </p:cNvPr>
          <p:cNvSpPr/>
          <p:nvPr/>
        </p:nvSpPr>
        <p:spPr>
          <a:xfrm>
            <a:off x="15391818" y="610740"/>
            <a:ext cx="2296107" cy="71856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rgbClr val="008CFD"/>
                </a:solidFill>
                <a:latin typeface="Maven Pro ExtraBold" pitchFamily="2" charset="77"/>
              </a:rPr>
              <a:t>2026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7088AE3-A0F2-3D77-FACD-0B966FA4A73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37559" y="2604540"/>
            <a:ext cx="7929562" cy="6369472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4E05AC9-4830-9C2B-E504-C0D513029F2E}"/>
              </a:ext>
            </a:extLst>
          </p:cNvPr>
          <p:cNvSpPr txBox="1"/>
          <p:nvPr/>
        </p:nvSpPr>
        <p:spPr>
          <a:xfrm>
            <a:off x="379746" y="1633075"/>
            <a:ext cx="9144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Fluxo</a:t>
            </a:r>
            <a:endParaRPr lang="pt-BR" sz="7200" b="1" dirty="0">
              <a:solidFill>
                <a:srgbClr val="FFFFFF"/>
              </a:solidFill>
              <a:latin typeface="Maven Pro Black" pitchFamily="2" charset="77"/>
              <a:cs typeface="Maven Pro Regular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C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E08896-7964-4590-0A99-686ACA68D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ctangle 6" descr="preencoded.png">
            <a:extLst>
              <a:ext uri="{FF2B5EF4-FFF2-40B4-BE49-F238E27FC236}">
                <a16:creationId xmlns:a16="http://schemas.microsoft.com/office/drawing/2014/main" id="{B8E642DC-332A-052C-EAE9-080AFA7DBF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24B8F2CC-AE32-3693-6BC6-824851C6C5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9602" y="587496"/>
            <a:ext cx="2432771" cy="460254"/>
          </a:xfrm>
          <a:prstGeom prst="rect">
            <a:avLst/>
          </a:prstGeom>
        </p:spPr>
      </p:pic>
      <p:pic>
        <p:nvPicPr>
          <p:cNvPr id="2" name="Rectangle 7" descr="preencoded.png">
            <a:extLst>
              <a:ext uri="{FF2B5EF4-FFF2-40B4-BE49-F238E27FC236}">
                <a16:creationId xmlns:a16="http://schemas.microsoft.com/office/drawing/2014/main" id="{3AF883C0-82EE-D0B2-9C7C-4A04B758F899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008CFD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14144625" y="0"/>
            <a:ext cx="4143375" cy="10287000"/>
          </a:xfrm>
          <a:prstGeom prst="rect">
            <a:avLst/>
          </a:prstGeom>
        </p:spPr>
      </p:pic>
      <p:pic>
        <p:nvPicPr>
          <p:cNvPr id="3" name="Rectangle 8" descr="preencoded.png">
            <a:extLst>
              <a:ext uri="{FF2B5EF4-FFF2-40B4-BE49-F238E27FC236}">
                <a16:creationId xmlns:a16="http://schemas.microsoft.com/office/drawing/2014/main" id="{8AA88C5B-ABE5-F581-71D1-1E6E1819FE4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01250" y="0"/>
            <a:ext cx="4143375" cy="10287000"/>
          </a:xfrm>
          <a:prstGeom prst="rect">
            <a:avLst/>
          </a:prstGeom>
          <a:ln>
            <a:solidFill>
              <a:srgbClr val="008CFD"/>
            </a:solidFill>
          </a:ln>
        </p:spPr>
      </p:pic>
      <p:sp>
        <p:nvSpPr>
          <p:cNvPr id="10" name="wwwmvpconfcombr">
            <a:extLst>
              <a:ext uri="{FF2B5EF4-FFF2-40B4-BE49-F238E27FC236}">
                <a16:creationId xmlns:a16="http://schemas.microsoft.com/office/drawing/2014/main" id="{128954D2-9571-E683-B272-0899EBB3EFFB}"/>
              </a:ext>
            </a:extLst>
          </p:cNvPr>
          <p:cNvSpPr/>
          <p:nvPr/>
        </p:nvSpPr>
        <p:spPr>
          <a:xfrm>
            <a:off x="14867467" y="9182100"/>
            <a:ext cx="26871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>
                    <a:alpha val="60000"/>
                  </a:srgbClr>
                </a:solidFill>
                <a:latin typeface="Maven Pro SemiBold" pitchFamily="2" charset="77"/>
                <a:ea typeface="Inter" panose="02000503000000020004" pitchFamily="2" charset="0"/>
                <a:cs typeface="Maven Pro Regular" pitchFamily="34" charset="-120"/>
              </a:rPr>
              <a:t>www.mvpconf.com.br</a:t>
            </a:r>
            <a:endParaRPr lang="en-US" sz="1800" b="1" dirty="0">
              <a:latin typeface="Maven Pro SemiBold" pitchFamily="2" charset="77"/>
              <a:ea typeface="Inter" panose="02000503000000020004" pitchFamily="2" charset="0"/>
            </a:endParaRPr>
          </a:p>
        </p:txBody>
      </p:sp>
      <p:sp>
        <p:nvSpPr>
          <p:cNvPr id="15" name="Terminador 14">
            <a:extLst>
              <a:ext uri="{FF2B5EF4-FFF2-40B4-BE49-F238E27FC236}">
                <a16:creationId xmlns:a16="http://schemas.microsoft.com/office/drawing/2014/main" id="{B1EF3D3B-5760-4CBC-947F-300221C9DF12}"/>
              </a:ext>
            </a:extLst>
          </p:cNvPr>
          <p:cNvSpPr/>
          <p:nvPr/>
        </p:nvSpPr>
        <p:spPr>
          <a:xfrm>
            <a:off x="15391818" y="610740"/>
            <a:ext cx="2296107" cy="71856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rgbClr val="008CFD"/>
                </a:solidFill>
                <a:latin typeface="Maven Pro ExtraBold" pitchFamily="2" charset="77"/>
              </a:rPr>
              <a:t>2026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1CC116A-2D22-FA76-0636-9ED8F310FB8A}"/>
              </a:ext>
            </a:extLst>
          </p:cNvPr>
          <p:cNvSpPr txBox="1"/>
          <p:nvPr/>
        </p:nvSpPr>
        <p:spPr>
          <a:xfrm>
            <a:off x="379746" y="1633075"/>
            <a:ext cx="9144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Zero</a:t>
            </a:r>
            <a:r>
              <a:rPr lang="pt-PT" altLang="pt-BR" sz="8000" dirty="0">
                <a:solidFill>
                  <a:schemeClr val="bg1"/>
                </a:solidFill>
              </a:rPr>
              <a:t> </a:t>
            </a:r>
            <a:r>
              <a:rPr lang="pt-PT" alt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Trust</a:t>
            </a:r>
            <a:endParaRPr lang="pt-BR" sz="7200" b="1" dirty="0">
              <a:solidFill>
                <a:srgbClr val="FFFFFF"/>
              </a:solidFill>
              <a:latin typeface="Maven Pro Black" pitchFamily="2" charset="77"/>
              <a:cs typeface="Maven Pro Regular" pitchFamily="34" charset="-12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2E173C2-3B96-A3FB-05DC-6CAEC2DA24A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746" y="2956514"/>
            <a:ext cx="14873255" cy="674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099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8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VP Conf"/>
          <p:cNvSpPr/>
          <p:nvPr/>
        </p:nvSpPr>
        <p:spPr>
          <a:xfrm>
            <a:off x="7562850" y="285750"/>
            <a:ext cx="9801225" cy="485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245" b="1" dirty="0">
                <a:solidFill>
                  <a:srgbClr val="FFFFFF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MVP</a:t>
            </a:r>
          </a:p>
          <a:p>
            <a:pPr marL="0" indent="0" algn="l">
              <a:buNone/>
            </a:pPr>
            <a:r>
              <a:rPr lang="en-US" sz="33245" b="1" dirty="0">
                <a:solidFill>
                  <a:srgbClr val="FFFFFF"/>
                </a:solidFill>
                <a:latin typeface="Maven Pro Black" pitchFamily="2" charset="77"/>
              </a:rPr>
              <a:t>Conf</a:t>
            </a:r>
            <a:endParaRPr lang="en-US" sz="33245" b="1" dirty="0">
              <a:latin typeface="Maven Pro Black" pitchFamily="2" charset="77"/>
            </a:endParaRPr>
          </a:p>
        </p:txBody>
      </p:sp>
      <p:pic>
        <p:nvPicPr>
          <p:cNvPr id="2" name="Group 6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Rectangle 6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pic>
        <p:nvPicPr>
          <p:cNvPr id="5" name="image 4" descr="preencoded.png"/>
          <p:cNvPicPr>
            <a:picLocks noChangeAspect="1"/>
          </p:cNvPicPr>
          <p:nvPr/>
        </p:nvPicPr>
        <p:blipFill>
          <a:blip r:embed="rId7"/>
          <a:srcRect b="11342"/>
          <a:stretch>
            <a:fillRect/>
          </a:stretch>
        </p:blipFill>
        <p:spPr>
          <a:xfrm>
            <a:off x="10382250" y="2357437"/>
            <a:ext cx="9801225" cy="7929563"/>
          </a:xfrm>
          <a:prstGeom prst="rect">
            <a:avLst/>
          </a:prstGeom>
        </p:spPr>
      </p:pic>
      <p:sp>
        <p:nvSpPr>
          <p:cNvPr id="8" name="Junte-se a ns nessa jornada"/>
          <p:cNvSpPr/>
          <p:nvPr/>
        </p:nvSpPr>
        <p:spPr>
          <a:xfrm>
            <a:off x="1267326" y="5233987"/>
            <a:ext cx="9344526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833"/>
              </a:lnSpc>
              <a:spcAft>
                <a:spcPts val="7150"/>
              </a:spcAft>
              <a:buNone/>
            </a:pPr>
            <a:r>
              <a:rPr lang="en-US" sz="5400" b="1" dirty="0">
                <a:solidFill>
                  <a:srgbClr val="FFFFFF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COMPARTILHAR</a:t>
            </a:r>
            <a:endParaRPr lang="en-US" sz="5400" b="1" dirty="0">
              <a:latin typeface="Maven Pro Black" pitchFamily="2" charset="77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2410950B-EC98-C86D-98DA-791E28F7C10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587496"/>
            <a:ext cx="2432775" cy="4602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D2699D-D92C-2601-F68E-56B96D256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0C8AB21D-1FBE-BAC1-B396-08D6E72010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8577" y="732972"/>
            <a:ext cx="2432771" cy="460254"/>
          </a:xfrm>
          <a:prstGeom prst="rect">
            <a:avLst/>
          </a:prstGeom>
        </p:spPr>
      </p:pic>
      <p:sp>
        <p:nvSpPr>
          <p:cNvPr id="8" name="wwwmvpconfcombr">
            <a:extLst>
              <a:ext uri="{FF2B5EF4-FFF2-40B4-BE49-F238E27FC236}">
                <a16:creationId xmlns:a16="http://schemas.microsoft.com/office/drawing/2014/main" id="{A3301F8E-F67C-E6FB-B0D0-01370B8BFB08}"/>
              </a:ext>
            </a:extLst>
          </p:cNvPr>
          <p:cNvSpPr/>
          <p:nvPr/>
        </p:nvSpPr>
        <p:spPr>
          <a:xfrm>
            <a:off x="15019867" y="9182100"/>
            <a:ext cx="25347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364459">
                    <a:alpha val="60000"/>
                  </a:srgbClr>
                </a:solidFill>
                <a:latin typeface="Maven Pro Regular" pitchFamily="34" charset="0"/>
                <a:ea typeface="Maven Pro Regular" pitchFamily="34" charset="-122"/>
                <a:cs typeface="Maven Pro Regular" pitchFamily="34" charset="-120"/>
              </a:rPr>
              <a:t>www.mvpconf.com.br</a:t>
            </a:r>
            <a:endParaRPr lang="en-US" sz="1800" dirty="0"/>
          </a:p>
        </p:txBody>
      </p:sp>
      <p:sp>
        <p:nvSpPr>
          <p:cNvPr id="10" name="Pessoas em Primeiro Lugar">
            <a:extLst>
              <a:ext uri="{FF2B5EF4-FFF2-40B4-BE49-F238E27FC236}">
                <a16:creationId xmlns:a16="http://schemas.microsoft.com/office/drawing/2014/main" id="{61778D11-EE6B-EE86-2280-4C9BC2B61979}"/>
              </a:ext>
            </a:extLst>
          </p:cNvPr>
          <p:cNvSpPr/>
          <p:nvPr/>
        </p:nvSpPr>
        <p:spPr>
          <a:xfrm>
            <a:off x="761999" y="1896376"/>
            <a:ext cx="16938879" cy="145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833"/>
              </a:lnSpc>
              <a:spcAft>
                <a:spcPts val="8023"/>
              </a:spcAft>
              <a:buNone/>
            </a:pPr>
            <a:r>
              <a:rPr lang="en-US" sz="8000" b="1" dirty="0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Siga MVP Conf </a:t>
            </a:r>
            <a:r>
              <a:rPr lang="en-US" sz="8000" b="1" dirty="0" err="1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nas</a:t>
            </a:r>
            <a:r>
              <a:rPr lang="en-US" sz="8000" b="1" dirty="0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 redes </a:t>
            </a:r>
            <a:r>
              <a:rPr lang="en-US" sz="8000" b="1" dirty="0" err="1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sociais</a:t>
            </a:r>
            <a:endParaRPr lang="en-US" sz="8000" b="1" dirty="0">
              <a:solidFill>
                <a:srgbClr val="008CFD"/>
              </a:solidFill>
              <a:latin typeface="Maven Pro Black" pitchFamily="2" charset="77"/>
            </a:endParaRPr>
          </a:p>
        </p:txBody>
      </p:sp>
      <p:sp>
        <p:nvSpPr>
          <p:cNvPr id="11" name="Tecnologia  o meio Pessoas so o fim">
            <a:extLst>
              <a:ext uri="{FF2B5EF4-FFF2-40B4-BE49-F238E27FC236}">
                <a16:creationId xmlns:a16="http://schemas.microsoft.com/office/drawing/2014/main" id="{E769BD2A-3BA4-4405-CF73-DD6CE7E8ABAA}"/>
              </a:ext>
            </a:extLst>
          </p:cNvPr>
          <p:cNvSpPr/>
          <p:nvPr/>
        </p:nvSpPr>
        <p:spPr>
          <a:xfrm>
            <a:off x="6010275" y="8714664"/>
            <a:ext cx="62674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spcAft>
                <a:spcPts val="2355"/>
              </a:spcAft>
              <a:buNone/>
            </a:pPr>
            <a:endParaRPr lang="en-US" sz="2552" dirty="0">
              <a:latin typeface="Maven Pro Medium" pitchFamily="2" charset="77"/>
            </a:endParaRPr>
          </a:p>
        </p:txBody>
      </p:sp>
      <p:sp>
        <p:nvSpPr>
          <p:cNvPr id="12" name="Terminador 11">
            <a:extLst>
              <a:ext uri="{FF2B5EF4-FFF2-40B4-BE49-F238E27FC236}">
                <a16:creationId xmlns:a16="http://schemas.microsoft.com/office/drawing/2014/main" id="{BB4B9BA1-59C2-D47D-ED74-178044078B74}"/>
              </a:ext>
            </a:extLst>
          </p:cNvPr>
          <p:cNvSpPr/>
          <p:nvPr/>
        </p:nvSpPr>
        <p:spPr>
          <a:xfrm>
            <a:off x="15404772" y="603816"/>
            <a:ext cx="2296107" cy="718566"/>
          </a:xfrm>
          <a:prstGeom prst="flowChartTerminator">
            <a:avLst/>
          </a:prstGeom>
          <a:solidFill>
            <a:srgbClr val="008CFD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chemeClr val="bg1"/>
                </a:solidFill>
                <a:latin typeface="Maven Pro ExtraBold" pitchFamily="2" charset="77"/>
              </a:rPr>
              <a:t>2026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33260277-BAD2-7E33-7A6B-CABE3D8665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2642" y="3926794"/>
            <a:ext cx="3905250" cy="390525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F92571CA-C9DA-28C5-5229-69576E78F0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0188" y="3734275"/>
            <a:ext cx="4795073" cy="4598911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CFC01F3B-C189-F2F8-06A7-158210EB06A9}"/>
              </a:ext>
            </a:extLst>
          </p:cNvPr>
          <p:cNvSpPr txBox="1"/>
          <p:nvPr/>
        </p:nvSpPr>
        <p:spPr>
          <a:xfrm>
            <a:off x="3398520" y="8067458"/>
            <a:ext cx="26117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/>
              <a:t>LINKEDIN</a:t>
            </a:r>
          </a:p>
        </p:txBody>
      </p:sp>
    </p:spTree>
    <p:extLst>
      <p:ext uri="{BB962C8B-B14F-4D97-AF65-F5344CB8AC3E}">
        <p14:creationId xmlns:p14="http://schemas.microsoft.com/office/powerpoint/2010/main" val="2639323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C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1A7154-56D1-3ECE-0E7D-C8868EE68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VP Conf">
            <a:extLst>
              <a:ext uri="{FF2B5EF4-FFF2-40B4-BE49-F238E27FC236}">
                <a16:creationId xmlns:a16="http://schemas.microsoft.com/office/drawing/2014/main" id="{BCE8F8E1-9D0C-89A3-84E8-E5260F542DB7}"/>
              </a:ext>
            </a:extLst>
          </p:cNvPr>
          <p:cNvSpPr/>
          <p:nvPr/>
        </p:nvSpPr>
        <p:spPr>
          <a:xfrm>
            <a:off x="-5643626" y="1688487"/>
            <a:ext cx="16511587" cy="3823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833"/>
              </a:lnSpc>
              <a:spcAft>
                <a:spcPts val="30672"/>
              </a:spcAft>
              <a:buNone/>
            </a:pPr>
            <a:r>
              <a:rPr lang="en-US" sz="7200" b="1" dirty="0" err="1">
                <a:solidFill>
                  <a:srgbClr val="FFFFFF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Obrigado</a:t>
            </a:r>
            <a:r>
              <a:rPr lang="en-US" sz="7200" b="1" dirty="0">
                <a:solidFill>
                  <a:srgbClr val="FFFFFF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!</a:t>
            </a:r>
            <a:endParaRPr lang="en-US" sz="7200" b="1" dirty="0">
              <a:latin typeface="Maven Pro Black" pitchFamily="2" charset="77"/>
            </a:endParaRPr>
          </a:p>
        </p:txBody>
      </p:sp>
      <p:pic>
        <p:nvPicPr>
          <p:cNvPr id="3" name="Rectangle 6" descr="preencoded.png">
            <a:extLst>
              <a:ext uri="{FF2B5EF4-FFF2-40B4-BE49-F238E27FC236}">
                <a16:creationId xmlns:a16="http://schemas.microsoft.com/office/drawing/2014/main" id="{557F6314-F054-611E-34C1-3CAA58AB04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2AC16B9-4E57-5D2A-8D14-248C1AAABAC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9602" y="587496"/>
            <a:ext cx="2432771" cy="460254"/>
          </a:xfrm>
          <a:prstGeom prst="rect">
            <a:avLst/>
          </a:prstGeom>
        </p:spPr>
      </p:pic>
      <p:sp>
        <p:nvSpPr>
          <p:cNvPr id="10" name="Terminador 9">
            <a:extLst>
              <a:ext uri="{FF2B5EF4-FFF2-40B4-BE49-F238E27FC236}">
                <a16:creationId xmlns:a16="http://schemas.microsoft.com/office/drawing/2014/main" id="{59FDABD2-19C3-D07E-FF38-E32F2DFA58FC}"/>
              </a:ext>
            </a:extLst>
          </p:cNvPr>
          <p:cNvSpPr/>
          <p:nvPr/>
        </p:nvSpPr>
        <p:spPr>
          <a:xfrm>
            <a:off x="15391818" y="610740"/>
            <a:ext cx="2296107" cy="71856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rgbClr val="008CFD"/>
                </a:solidFill>
                <a:latin typeface="Maven Pro ExtraBold" pitchFamily="2" charset="77"/>
              </a:rPr>
              <a:t>2026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0DC29F3-4CD8-D992-D03B-BB02937B09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0243" y="2704277"/>
            <a:ext cx="4919441" cy="4878445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12499B9A-BD41-B995-9AF7-779967BE1157}"/>
              </a:ext>
            </a:extLst>
          </p:cNvPr>
          <p:cNvSpPr txBox="1"/>
          <p:nvPr/>
        </p:nvSpPr>
        <p:spPr>
          <a:xfrm>
            <a:off x="2021305" y="7618548"/>
            <a:ext cx="1410287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https://www.jpcomp.com.br/</a:t>
            </a:r>
          </a:p>
        </p:txBody>
      </p:sp>
    </p:spTree>
    <p:extLst>
      <p:ext uri="{BB962C8B-B14F-4D97-AF65-F5344CB8AC3E}">
        <p14:creationId xmlns:p14="http://schemas.microsoft.com/office/powerpoint/2010/main" val="3797597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1025</TotalTime>
  <Words>161</Words>
  <Application>Microsoft Office PowerPoint</Application>
  <PresentationFormat>Personalizar</PresentationFormat>
  <Paragraphs>48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9" baseType="lpstr">
      <vt:lpstr>Maven Pro ExtraBold</vt:lpstr>
      <vt:lpstr>Calibri</vt:lpstr>
      <vt:lpstr>Maven Pro Medium</vt:lpstr>
      <vt:lpstr>Arial</vt:lpstr>
      <vt:lpstr>Maven Pro Black</vt:lpstr>
      <vt:lpstr>Maven Pro Bold</vt:lpstr>
      <vt:lpstr>Aptos</vt:lpstr>
      <vt:lpstr>Maven Pro Regular</vt:lpstr>
      <vt:lpstr>Maven Pro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keywords/>
  <dc:description/>
  <cp:lastModifiedBy>Joao Antunes</cp:lastModifiedBy>
  <cp:revision>18</cp:revision>
  <dcterms:created xsi:type="dcterms:W3CDTF">2025-05-13T22:34:59Z</dcterms:created>
  <dcterms:modified xsi:type="dcterms:W3CDTF">2026-09-23T23:24:50Z</dcterms:modified>
  <cp:category/>
</cp:coreProperties>
</file>